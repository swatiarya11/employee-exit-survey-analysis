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Gowun Batang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GowunBatang-bold.fntdata"/><Relationship Id="rId18" Type="http://schemas.openxmlformats.org/officeDocument/2006/relationships/font" Target="fonts/GowunBatang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d68baf28f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dd68baf28f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dd68baf28f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dd68baf28f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d68baf28f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dd68baf28f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dd68baf28f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dd68baf28f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dd68baf28f_0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dd68baf28f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d68baf28f_0_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dd68baf28f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dd68baf28f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dd68baf28f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dd68baf28f_0_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dd68baf28f_0_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dd68baf28f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dd68baf28f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dd68baf28f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dd68baf28f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d68baf28f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dd68baf28f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dd68baf28f_0_7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dd68baf28f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with header and footer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body"/>
          </p:nvPr>
        </p:nvSpPr>
        <p:spPr>
          <a:xfrm>
            <a:off x="2286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2" type="body"/>
          </p:nvPr>
        </p:nvSpPr>
        <p:spPr>
          <a:xfrm>
            <a:off x="2286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2"/>
          <p:cNvSpPr txBox="1"/>
          <p:nvPr>
            <p:ph idx="4" type="body"/>
          </p:nvPr>
        </p:nvSpPr>
        <p:spPr>
          <a:xfrm>
            <a:off x="24003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5" type="body"/>
          </p:nvPr>
        </p:nvSpPr>
        <p:spPr>
          <a:xfrm>
            <a:off x="24003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6" type="body"/>
          </p:nvPr>
        </p:nvSpPr>
        <p:spPr>
          <a:xfrm>
            <a:off x="45720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7" type="body"/>
          </p:nvPr>
        </p:nvSpPr>
        <p:spPr>
          <a:xfrm>
            <a:off x="67437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cxnSp>
        <p:nvCxnSpPr>
          <p:cNvPr id="23" name="Google Shape;23;p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228600" y="2866225"/>
            <a:ext cx="62328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286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cxnSp>
        <p:nvCxnSpPr>
          <p:cNvPr id="29" name="Google Shape;29;p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5"/>
          <p:cNvSpPr txBox="1"/>
          <p:nvPr>
            <p:ph idx="1" type="subTitle"/>
          </p:nvPr>
        </p:nvSpPr>
        <p:spPr>
          <a:xfrm>
            <a:off x="228600" y="167750"/>
            <a:ext cx="5257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4" name="Google Shape;34;p5"/>
          <p:cNvCxnSpPr/>
          <p:nvPr/>
        </p:nvCxnSpPr>
        <p:spPr>
          <a:xfrm>
            <a:off x="228600" y="478125"/>
            <a:ext cx="868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" name="Google Shape;35;p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3456">
          <p15:clr>
            <a:srgbClr val="E46962"/>
          </p15:clr>
        </p15:guide>
        <p15:guide id="2" pos="4752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ate sheet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229450" y="164350"/>
            <a:ext cx="8686800" cy="4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subTitle"/>
          </p:nvPr>
        </p:nvSpPr>
        <p:spPr>
          <a:xfrm>
            <a:off x="228600" y="1213525"/>
            <a:ext cx="27282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41" name="Google Shape;41;p6"/>
          <p:cNvSpPr txBox="1"/>
          <p:nvPr>
            <p:ph idx="3" type="subTitle"/>
          </p:nvPr>
        </p:nvSpPr>
        <p:spPr>
          <a:xfrm>
            <a:off x="3207900" y="1213525"/>
            <a:ext cx="27282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42" name="Google Shape;42;p6"/>
          <p:cNvSpPr txBox="1"/>
          <p:nvPr>
            <p:ph idx="4" type="subTitle"/>
          </p:nvPr>
        </p:nvSpPr>
        <p:spPr>
          <a:xfrm>
            <a:off x="6187200" y="1213525"/>
            <a:ext cx="27282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cxnSp>
        <p:nvCxnSpPr>
          <p:cNvPr id="43" name="Google Shape;43;p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ith footer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2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49" name="Google Shape;49;p7"/>
          <p:cNvSpPr txBox="1"/>
          <p:nvPr>
            <p:ph idx="3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4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51" name="Google Shape;51;p7"/>
          <p:cNvSpPr txBox="1"/>
          <p:nvPr>
            <p:ph idx="5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6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53" name="Google Shape;53;p7"/>
          <p:cNvSpPr txBox="1"/>
          <p:nvPr>
            <p:ph idx="7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54" name="Google Shape;54;p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ITLE_AND_TWO_COLUMNS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cxnSp>
        <p:nvCxnSpPr>
          <p:cNvPr id="64" name="Google Shape;64;p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TITLE_AND_TWO_COLUMNS_1_2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9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8" name="Google Shape;68;p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24003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2" type="body"/>
          </p:nvPr>
        </p:nvSpPr>
        <p:spPr>
          <a:xfrm>
            <a:off x="2286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3" type="body"/>
          </p:nvPr>
        </p:nvSpPr>
        <p:spPr>
          <a:xfrm>
            <a:off x="45720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4" type="body"/>
          </p:nvPr>
        </p:nvSpPr>
        <p:spPr>
          <a:xfrm>
            <a:off x="67437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5" type="subTitle"/>
          </p:nvPr>
        </p:nvSpPr>
        <p:spPr>
          <a:xfrm>
            <a:off x="22945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74" name="Google Shape;74;p9"/>
          <p:cNvSpPr txBox="1"/>
          <p:nvPr>
            <p:ph idx="6" type="subTitle"/>
          </p:nvPr>
        </p:nvSpPr>
        <p:spPr>
          <a:xfrm>
            <a:off x="240030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75" name="Google Shape;75;p9"/>
          <p:cNvSpPr txBox="1"/>
          <p:nvPr>
            <p:ph idx="7" type="subTitle"/>
          </p:nvPr>
        </p:nvSpPr>
        <p:spPr>
          <a:xfrm>
            <a:off x="457200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76" name="Google Shape;76;p9"/>
          <p:cNvSpPr txBox="1"/>
          <p:nvPr>
            <p:ph idx="8" type="subTitle"/>
          </p:nvPr>
        </p:nvSpPr>
        <p:spPr>
          <a:xfrm>
            <a:off x="674370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TITLE_AND_TWO_COLUMNS_1_2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0"/>
          <p:cNvSpPr txBox="1"/>
          <p:nvPr>
            <p:ph type="title"/>
          </p:nvPr>
        </p:nvSpPr>
        <p:spPr>
          <a:xfrm>
            <a:off x="229450" y="164350"/>
            <a:ext cx="5541900" cy="18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cxnSp>
        <p:nvCxnSpPr>
          <p:cNvPr id="80" name="Google Shape;80;p1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10"/>
          <p:cNvSpPr txBox="1"/>
          <p:nvPr>
            <p:ph idx="1" type="body"/>
          </p:nvPr>
        </p:nvSpPr>
        <p:spPr>
          <a:xfrm>
            <a:off x="228600" y="2448075"/>
            <a:ext cx="55419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2" type="subTitle"/>
          </p:nvPr>
        </p:nvSpPr>
        <p:spPr>
          <a:xfrm>
            <a:off x="228600" y="1798275"/>
            <a:ext cx="55419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ITLE_AND_TWO_COLUMNS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1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" type="body"/>
          </p:nvPr>
        </p:nvSpPr>
        <p:spPr>
          <a:xfrm>
            <a:off x="229450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2" type="subTitle"/>
          </p:nvPr>
        </p:nvSpPr>
        <p:spPr>
          <a:xfrm>
            <a:off x="229450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cxnSp>
        <p:nvCxnSpPr>
          <p:cNvPr id="88" name="Google Shape;88;p1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11"/>
          <p:cNvSpPr txBox="1"/>
          <p:nvPr>
            <p:ph idx="3" type="body"/>
          </p:nvPr>
        </p:nvSpPr>
        <p:spPr>
          <a:xfrm>
            <a:off x="4573675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4" type="subTitle"/>
          </p:nvPr>
        </p:nvSpPr>
        <p:spPr>
          <a:xfrm>
            <a:off x="4573675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ody text">
  <p:cSld name="CUSTOM_3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/>
          <p:nvPr>
            <p:ph idx="1" type="body"/>
          </p:nvPr>
        </p:nvSpPr>
        <p:spPr>
          <a:xfrm>
            <a:off x="5095525" y="922175"/>
            <a:ext cx="3440100" cy="12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2"/>
          <p:cNvSpPr txBox="1"/>
          <p:nvPr>
            <p:ph idx="2" type="body"/>
          </p:nvPr>
        </p:nvSpPr>
        <p:spPr>
          <a:xfrm>
            <a:off x="5095525" y="2801100"/>
            <a:ext cx="34401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3" type="body"/>
          </p:nvPr>
        </p:nvSpPr>
        <p:spPr>
          <a:xfrm>
            <a:off x="5095525" y="4013575"/>
            <a:ext cx="3440100" cy="53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4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97" name="Google Shape;97;p1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3"/>
          <p:cNvSpPr txBox="1"/>
          <p:nvPr>
            <p:ph type="title"/>
          </p:nvPr>
        </p:nvSpPr>
        <p:spPr>
          <a:xfrm>
            <a:off x="229450" y="164350"/>
            <a:ext cx="8686800" cy="3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1" type="body"/>
          </p:nvPr>
        </p:nvSpPr>
        <p:spPr>
          <a:xfrm>
            <a:off x="2286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2" type="body"/>
          </p:nvPr>
        </p:nvSpPr>
        <p:spPr>
          <a:xfrm>
            <a:off x="24003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4" type="body"/>
          </p:nvPr>
        </p:nvSpPr>
        <p:spPr>
          <a:xfrm>
            <a:off x="67437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5" type="body"/>
          </p:nvPr>
        </p:nvSpPr>
        <p:spPr>
          <a:xfrm>
            <a:off x="45720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06" name="Google Shape;106;p1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 text">
  <p:cSld name="TITLE_ONLY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4"/>
          <p:cNvSpPr txBox="1"/>
          <p:nvPr>
            <p:ph idx="1" type="body"/>
          </p:nvPr>
        </p:nvSpPr>
        <p:spPr>
          <a:xfrm>
            <a:off x="3701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2" type="body"/>
          </p:nvPr>
        </p:nvSpPr>
        <p:spPr>
          <a:xfrm>
            <a:off x="2541453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3" type="body"/>
          </p:nvPr>
        </p:nvSpPr>
        <p:spPr>
          <a:xfrm>
            <a:off x="4713154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2" name="Google Shape;112;p14"/>
          <p:cNvSpPr txBox="1"/>
          <p:nvPr>
            <p:ph idx="4" type="body"/>
          </p:nvPr>
        </p:nvSpPr>
        <p:spPr>
          <a:xfrm>
            <a:off x="6884852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5" type="subTitle"/>
          </p:nvPr>
        </p:nvSpPr>
        <p:spPr>
          <a:xfrm>
            <a:off x="37010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6" type="subTitle"/>
          </p:nvPr>
        </p:nvSpPr>
        <p:spPr>
          <a:xfrm>
            <a:off x="254145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5" name="Google Shape;115;p14"/>
          <p:cNvSpPr txBox="1"/>
          <p:nvPr>
            <p:ph idx="7" type="subTitle"/>
          </p:nvPr>
        </p:nvSpPr>
        <p:spPr>
          <a:xfrm>
            <a:off x="471280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6" name="Google Shape;116;p14"/>
          <p:cNvSpPr txBox="1"/>
          <p:nvPr>
            <p:ph idx="8" type="subTitle"/>
          </p:nvPr>
        </p:nvSpPr>
        <p:spPr>
          <a:xfrm>
            <a:off x="688415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9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18" name="Google Shape;118;p1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ONLY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5"/>
          <p:cNvSpPr txBox="1"/>
          <p:nvPr>
            <p:ph idx="1" type="subTitle"/>
          </p:nvPr>
        </p:nvSpPr>
        <p:spPr>
          <a:xfrm>
            <a:off x="1456800" y="17907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2" type="subTitle"/>
          </p:nvPr>
        </p:nvSpPr>
        <p:spPr>
          <a:xfrm>
            <a:off x="3628150" y="17907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3" name="Google Shape;123;p15"/>
          <p:cNvSpPr txBox="1"/>
          <p:nvPr>
            <p:ph idx="3" type="subTitle"/>
          </p:nvPr>
        </p:nvSpPr>
        <p:spPr>
          <a:xfrm>
            <a:off x="5799500" y="17907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4" type="subTitle"/>
          </p:nvPr>
        </p:nvSpPr>
        <p:spPr>
          <a:xfrm>
            <a:off x="5799500" y="3234832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125" name="Google Shape;125;p1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15"/>
          <p:cNvSpPr txBox="1"/>
          <p:nvPr>
            <p:ph idx="5" type="subTitle"/>
          </p:nvPr>
        </p:nvSpPr>
        <p:spPr>
          <a:xfrm>
            <a:off x="1456800" y="3234832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6" type="subTitle"/>
          </p:nvPr>
        </p:nvSpPr>
        <p:spPr>
          <a:xfrm>
            <a:off x="3628150" y="3234832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8" name="Google Shape;128;p15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">
  <p:cSld name="CUSTOM_5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>
            <p:ph idx="1" type="body"/>
          </p:nvPr>
        </p:nvSpPr>
        <p:spPr>
          <a:xfrm>
            <a:off x="24003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2" type="body"/>
          </p:nvPr>
        </p:nvSpPr>
        <p:spPr>
          <a:xfrm>
            <a:off x="2286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16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34" name="Google Shape;134;p16"/>
          <p:cNvSpPr txBox="1"/>
          <p:nvPr>
            <p:ph idx="3" type="body"/>
          </p:nvPr>
        </p:nvSpPr>
        <p:spPr>
          <a:xfrm>
            <a:off x="45720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4" type="body"/>
          </p:nvPr>
        </p:nvSpPr>
        <p:spPr>
          <a:xfrm>
            <a:off x="67437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5" type="subTitle"/>
          </p:nvPr>
        </p:nvSpPr>
        <p:spPr>
          <a:xfrm>
            <a:off x="4572000" y="1585625"/>
            <a:ext cx="40611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7" name="Google Shape;137;p16"/>
          <p:cNvSpPr txBox="1"/>
          <p:nvPr>
            <p:ph idx="6" type="subTitle"/>
          </p:nvPr>
        </p:nvSpPr>
        <p:spPr>
          <a:xfrm>
            <a:off x="228600" y="1585625"/>
            <a:ext cx="40611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8" name="Google Shape;138;p16"/>
          <p:cNvSpPr txBox="1"/>
          <p:nvPr>
            <p:ph idx="7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39" name="Google Shape;139;p1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footer">
  <p:cSld name="CUSTOM"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225750" y="369625"/>
            <a:ext cx="8692500" cy="431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44" name="Google Shape;144;p1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CUSTOM_10"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type="title"/>
          </p:nvPr>
        </p:nvSpPr>
        <p:spPr>
          <a:xfrm>
            <a:off x="225750" y="369625"/>
            <a:ext cx="8692500" cy="431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" name="Google Shape;147;p18"/>
          <p:cNvSpPr txBox="1"/>
          <p:nvPr>
            <p:ph idx="2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9" name="Google Shape;149;p1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6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type="title"/>
          </p:nvPr>
        </p:nvSpPr>
        <p:spPr>
          <a:xfrm>
            <a:off x="225750" y="1212350"/>
            <a:ext cx="8692500" cy="347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2" name="Google Shape;152;p1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19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54" name="Google Shape;154;p1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19"/>
          <p:cNvCxnSpPr/>
          <p:nvPr/>
        </p:nvCxnSpPr>
        <p:spPr>
          <a:xfrm flipH="1" rot="10800000">
            <a:off x="225750" y="12123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with footer">
  <p:cSld name="CUSTOM_7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20"/>
          <p:cNvSpPr txBox="1"/>
          <p:nvPr>
            <p:ph type="title"/>
          </p:nvPr>
        </p:nvSpPr>
        <p:spPr>
          <a:xfrm>
            <a:off x="228600" y="665825"/>
            <a:ext cx="57534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" name="Google Shape;159;p20"/>
          <p:cNvSpPr/>
          <p:nvPr>
            <p:ph idx="2" type="pic"/>
          </p:nvPr>
        </p:nvSpPr>
        <p:spPr>
          <a:xfrm>
            <a:off x="6777063" y="1017650"/>
            <a:ext cx="1582800" cy="15828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20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61" name="Google Shape;161;p2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7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21"/>
          <p:cNvSpPr/>
          <p:nvPr/>
        </p:nvSpPr>
        <p:spPr>
          <a:xfrm>
            <a:off x="7005675" y="789050"/>
            <a:ext cx="1582800" cy="1582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1"/>
          <p:cNvSpPr txBox="1"/>
          <p:nvPr>
            <p:ph type="title"/>
          </p:nvPr>
        </p:nvSpPr>
        <p:spPr>
          <a:xfrm>
            <a:off x="228600" y="665825"/>
            <a:ext cx="57534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21"/>
          <p:cNvSpPr/>
          <p:nvPr>
            <p:ph idx="2" type="pic"/>
          </p:nvPr>
        </p:nvSpPr>
        <p:spPr>
          <a:xfrm>
            <a:off x="6777063" y="1017650"/>
            <a:ext cx="1582800" cy="1582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7" name="Google Shape;167;p2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CUSTOM_8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2"/>
          <p:cNvSpPr txBox="1"/>
          <p:nvPr>
            <p:ph type="title"/>
          </p:nvPr>
        </p:nvSpPr>
        <p:spPr>
          <a:xfrm>
            <a:off x="228600" y="1549575"/>
            <a:ext cx="7938000" cy="22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" name="Google Shape;171;p22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72" name="Google Shape;172;p2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8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5" name="Google Shape;175;p2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23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8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9" name="Google Shape;179;p2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4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with footer">
  <p:cSld name="ONE_COLUM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25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84" name="Google Shape;184;p25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85" name="Google Shape;185;p25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86" name="Google Shape;186;p2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ONE_COLUMN_TEXT_2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26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90" name="Google Shape;190;p26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191" name="Google Shape;191;p2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ONE_COLUMN_TEXT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228600" y="2089772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95" name="Google Shape;195;p27"/>
          <p:cNvSpPr txBox="1"/>
          <p:nvPr>
            <p:ph idx="1" type="subTitle"/>
          </p:nvPr>
        </p:nvSpPr>
        <p:spPr>
          <a:xfrm>
            <a:off x="6074275" y="1004700"/>
            <a:ext cx="25587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96" name="Google Shape;196;p27"/>
          <p:cNvSpPr txBox="1"/>
          <p:nvPr>
            <p:ph idx="2" type="subTitle"/>
          </p:nvPr>
        </p:nvSpPr>
        <p:spPr>
          <a:xfrm>
            <a:off x="4292700" y="1004700"/>
            <a:ext cx="16710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1pPr>
            <a:lvl2pPr lvl="1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2pPr>
            <a:lvl3pPr lvl="2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3pPr>
            <a:lvl4pPr lvl="3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4pPr>
            <a:lvl5pPr lvl="4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5pPr>
            <a:lvl6pPr lvl="5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6pPr>
            <a:lvl7pPr lvl="6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7pPr>
            <a:lvl8pPr lvl="7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8pPr>
            <a:lvl9pPr lvl="8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9pPr>
          </a:lstStyle>
          <a:p/>
        </p:txBody>
      </p:sp>
      <p:sp>
        <p:nvSpPr>
          <p:cNvPr id="197" name="Google Shape;197;p27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98" name="Google Shape;198;p2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footer">
  <p:cSld name="CUSTOM_4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8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202" name="Google Shape;202;p28"/>
          <p:cNvSpPr txBox="1"/>
          <p:nvPr>
            <p:ph idx="1" type="body"/>
          </p:nvPr>
        </p:nvSpPr>
        <p:spPr>
          <a:xfrm>
            <a:off x="2294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03" name="Google Shape;203;p28"/>
          <p:cNvSpPr txBox="1"/>
          <p:nvPr>
            <p:ph idx="2" type="body"/>
          </p:nvPr>
        </p:nvSpPr>
        <p:spPr>
          <a:xfrm>
            <a:off x="45728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04" name="Google Shape;204;p28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05" name="Google Shape;205;p2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4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29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209" name="Google Shape;209;p29"/>
          <p:cNvSpPr txBox="1"/>
          <p:nvPr>
            <p:ph idx="1" type="body"/>
          </p:nvPr>
        </p:nvSpPr>
        <p:spPr>
          <a:xfrm>
            <a:off x="2294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10" name="Google Shape;210;p29"/>
          <p:cNvSpPr txBox="1"/>
          <p:nvPr>
            <p:ph idx="2" type="body"/>
          </p:nvPr>
        </p:nvSpPr>
        <p:spPr>
          <a:xfrm>
            <a:off x="45728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11" name="Google Shape;211;p2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mage boards">
  <p:cSld name="CUSTOM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30"/>
          <p:cNvSpPr txBox="1"/>
          <p:nvPr>
            <p:ph idx="1" type="subTitle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15" name="Google Shape;215;p30"/>
          <p:cNvSpPr/>
          <p:nvPr>
            <p:ph idx="2" type="pic"/>
          </p:nvPr>
        </p:nvSpPr>
        <p:spPr>
          <a:xfrm>
            <a:off x="228600" y="1870200"/>
            <a:ext cx="20244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30"/>
          <p:cNvSpPr/>
          <p:nvPr>
            <p:ph idx="3" type="pic"/>
          </p:nvPr>
        </p:nvSpPr>
        <p:spPr>
          <a:xfrm>
            <a:off x="3864875" y="1870200"/>
            <a:ext cx="35619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30"/>
          <p:cNvSpPr/>
          <p:nvPr>
            <p:ph idx="4" type="pic"/>
          </p:nvPr>
        </p:nvSpPr>
        <p:spPr>
          <a:xfrm>
            <a:off x="7547700" y="1870200"/>
            <a:ext cx="13677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30"/>
          <p:cNvSpPr/>
          <p:nvPr>
            <p:ph idx="5" type="pic"/>
          </p:nvPr>
        </p:nvSpPr>
        <p:spPr>
          <a:xfrm>
            <a:off x="2375088" y="1870200"/>
            <a:ext cx="13677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30"/>
          <p:cNvSpPr txBox="1"/>
          <p:nvPr>
            <p:ph idx="6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20" name="Google Shape;220;p30"/>
          <p:cNvSpPr txBox="1"/>
          <p:nvPr>
            <p:ph idx="7" type="body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21" name="Google Shape;221;p3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 boards">
  <p:cSld name="CUSTOM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1"/>
          <p:cNvSpPr txBox="1"/>
          <p:nvPr>
            <p:ph idx="1" type="subTitle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25" name="Google Shape;225;p31"/>
          <p:cNvSpPr/>
          <p:nvPr>
            <p:ph idx="2" type="pic"/>
          </p:nvPr>
        </p:nvSpPr>
        <p:spPr>
          <a:xfrm>
            <a:off x="2286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31"/>
          <p:cNvSpPr/>
          <p:nvPr>
            <p:ph idx="3" type="pic"/>
          </p:nvPr>
        </p:nvSpPr>
        <p:spPr>
          <a:xfrm>
            <a:off x="31618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1"/>
          <p:cNvSpPr/>
          <p:nvPr>
            <p:ph idx="4" type="pic"/>
          </p:nvPr>
        </p:nvSpPr>
        <p:spPr>
          <a:xfrm>
            <a:off x="60950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1"/>
          <p:cNvSpPr txBox="1"/>
          <p:nvPr>
            <p:ph idx="5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29" name="Google Shape;229;p31"/>
          <p:cNvSpPr txBox="1"/>
          <p:nvPr>
            <p:ph idx="6" type="body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30" name="Google Shape;230;p3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boards">
  <p:cSld name="CUSTOM_1_1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2"/>
          <p:cNvSpPr txBox="1"/>
          <p:nvPr>
            <p:ph idx="1" type="subTitle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34" name="Google Shape;234;p32"/>
          <p:cNvSpPr/>
          <p:nvPr>
            <p:ph idx="2" type="pic"/>
          </p:nvPr>
        </p:nvSpPr>
        <p:spPr>
          <a:xfrm>
            <a:off x="4633050" y="1617150"/>
            <a:ext cx="42825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2"/>
          <p:cNvSpPr/>
          <p:nvPr>
            <p:ph idx="3" type="pic"/>
          </p:nvPr>
        </p:nvSpPr>
        <p:spPr>
          <a:xfrm>
            <a:off x="228600" y="1617150"/>
            <a:ext cx="42825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32"/>
          <p:cNvSpPr txBox="1"/>
          <p:nvPr>
            <p:ph idx="4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37" name="Google Shape;237;p32"/>
          <p:cNvSpPr txBox="1"/>
          <p:nvPr>
            <p:ph idx="5" type="body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38" name="Google Shape;238;p3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boards vertical">
  <p:cSld name="CUSTOM_1_1_1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/>
          <p:nvPr>
            <p:ph idx="2" type="pic"/>
          </p:nvPr>
        </p:nvSpPr>
        <p:spPr>
          <a:xfrm>
            <a:off x="3161800" y="164350"/>
            <a:ext cx="2820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3"/>
          <p:cNvSpPr/>
          <p:nvPr>
            <p:ph idx="3" type="pic"/>
          </p:nvPr>
        </p:nvSpPr>
        <p:spPr>
          <a:xfrm>
            <a:off x="6095100" y="164350"/>
            <a:ext cx="2820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33"/>
          <p:cNvSpPr txBox="1"/>
          <p:nvPr>
            <p:ph idx="1" type="subTitle"/>
          </p:nvPr>
        </p:nvSpPr>
        <p:spPr>
          <a:xfrm>
            <a:off x="228600" y="164350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44" name="Google Shape;244;p33"/>
          <p:cNvSpPr txBox="1"/>
          <p:nvPr>
            <p:ph idx="4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5" name="Google Shape;245;p33"/>
          <p:cNvSpPr txBox="1"/>
          <p:nvPr>
            <p:ph idx="5" type="body"/>
          </p:nvPr>
        </p:nvSpPr>
        <p:spPr>
          <a:xfrm>
            <a:off x="228600" y="593650"/>
            <a:ext cx="21714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46" name="Google Shape;246;p3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9" name="Google Shape;24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square image board">
  <p:cSld name="CUSTOM_1_1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/>
          <p:nvPr>
            <p:ph idx="2" type="pic"/>
          </p:nvPr>
        </p:nvSpPr>
        <p:spPr>
          <a:xfrm>
            <a:off x="4569950" y="164350"/>
            <a:ext cx="43431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3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35"/>
          <p:cNvSpPr txBox="1"/>
          <p:nvPr>
            <p:ph idx="1" type="subTitle"/>
          </p:nvPr>
        </p:nvSpPr>
        <p:spPr>
          <a:xfrm>
            <a:off x="228600" y="164350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54" name="Google Shape;254;p35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55" name="Google Shape;255;p35"/>
          <p:cNvSpPr txBox="1"/>
          <p:nvPr>
            <p:ph idx="4" type="body"/>
          </p:nvPr>
        </p:nvSpPr>
        <p:spPr>
          <a:xfrm>
            <a:off x="228600" y="593650"/>
            <a:ext cx="21714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56" name="Google Shape;256;p3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landscape image board">
  <p:cSld name="CUSTOM_1_1_1_1_1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/>
          <p:nvPr>
            <p:ph idx="2" type="pic"/>
          </p:nvPr>
        </p:nvSpPr>
        <p:spPr>
          <a:xfrm>
            <a:off x="31618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3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6"/>
          <p:cNvSpPr txBox="1"/>
          <p:nvPr>
            <p:ph idx="1" type="subTitle"/>
          </p:nvPr>
        </p:nvSpPr>
        <p:spPr>
          <a:xfrm>
            <a:off x="228600" y="3290275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61" name="Google Shape;261;p36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2" name="Google Shape;262;p36"/>
          <p:cNvSpPr txBox="1"/>
          <p:nvPr>
            <p:ph idx="4" type="body"/>
          </p:nvPr>
        </p:nvSpPr>
        <p:spPr>
          <a:xfrm>
            <a:off x="228600" y="3719575"/>
            <a:ext cx="21714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63" name="Google Shape;263;p3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CUSTOM_1_1_1_1_1_1_2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"/>
          <p:cNvSpPr/>
          <p:nvPr>
            <p:ph idx="2" type="pic"/>
          </p:nvPr>
        </p:nvSpPr>
        <p:spPr>
          <a:xfrm>
            <a:off x="31618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37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8" name="Google Shape;268;p37"/>
          <p:cNvSpPr txBox="1"/>
          <p:nvPr>
            <p:ph idx="3" type="body"/>
          </p:nvPr>
        </p:nvSpPr>
        <p:spPr>
          <a:xfrm>
            <a:off x="228600" y="3719575"/>
            <a:ext cx="21714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69" name="Google Shape;269;p3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37"/>
          <p:cNvSpPr txBox="1"/>
          <p:nvPr>
            <p:ph type="title"/>
          </p:nvPr>
        </p:nvSpPr>
        <p:spPr>
          <a:xfrm>
            <a:off x="228600" y="164350"/>
            <a:ext cx="2670300" cy="28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4" name="Google Shape;27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0" name="Google Shape;28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_2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3" name="Google Shape;283;p4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84" name="Google Shape;284;p4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1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41"/>
          <p:cNvSpPr/>
          <p:nvPr>
            <p:ph idx="2" type="pic"/>
          </p:nvPr>
        </p:nvSpPr>
        <p:spPr>
          <a:xfrm>
            <a:off x="4633050" y="1196050"/>
            <a:ext cx="42825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41"/>
          <p:cNvSpPr/>
          <p:nvPr>
            <p:ph idx="3" type="pic"/>
          </p:nvPr>
        </p:nvSpPr>
        <p:spPr>
          <a:xfrm>
            <a:off x="228600" y="1196050"/>
            <a:ext cx="4282500" cy="1761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90" name="Google Shape;290;p4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" name="Google Shape;291;p41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2" name="Google Shape;292;p41"/>
          <p:cNvSpPr txBox="1"/>
          <p:nvPr>
            <p:ph idx="1" type="body"/>
          </p:nvPr>
        </p:nvSpPr>
        <p:spPr>
          <a:xfrm>
            <a:off x="229450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93" name="Google Shape;293;p41"/>
          <p:cNvSpPr txBox="1"/>
          <p:nvPr>
            <p:ph idx="4" type="subTitle"/>
          </p:nvPr>
        </p:nvSpPr>
        <p:spPr>
          <a:xfrm>
            <a:off x="229450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294" name="Google Shape;294;p41"/>
          <p:cNvSpPr txBox="1"/>
          <p:nvPr>
            <p:ph idx="5" type="body"/>
          </p:nvPr>
        </p:nvSpPr>
        <p:spPr>
          <a:xfrm>
            <a:off x="4633050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95" name="Google Shape;295;p41"/>
          <p:cNvSpPr txBox="1"/>
          <p:nvPr>
            <p:ph idx="6" type="subTitle"/>
          </p:nvPr>
        </p:nvSpPr>
        <p:spPr>
          <a:xfrm>
            <a:off x="4633050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1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98" name="Google Shape;298;p4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42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0" name="Google Shape;300;p42"/>
          <p:cNvSpPr/>
          <p:nvPr>
            <p:ph idx="2" type="pic"/>
          </p:nvPr>
        </p:nvSpPr>
        <p:spPr>
          <a:xfrm>
            <a:off x="2286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42"/>
          <p:cNvSpPr/>
          <p:nvPr>
            <p:ph idx="3" type="pic"/>
          </p:nvPr>
        </p:nvSpPr>
        <p:spPr>
          <a:xfrm>
            <a:off x="31618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42"/>
          <p:cNvSpPr/>
          <p:nvPr>
            <p:ph idx="4" type="pic"/>
          </p:nvPr>
        </p:nvSpPr>
        <p:spPr>
          <a:xfrm>
            <a:off x="60950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42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4" name="Google Shape;304;p42"/>
          <p:cNvSpPr txBox="1"/>
          <p:nvPr>
            <p:ph idx="5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305" name="Google Shape;305;p42"/>
          <p:cNvSpPr txBox="1"/>
          <p:nvPr>
            <p:ph idx="6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6" name="Google Shape;306;p42"/>
          <p:cNvSpPr txBox="1"/>
          <p:nvPr>
            <p:ph idx="7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307" name="Google Shape;307;p42"/>
          <p:cNvSpPr txBox="1"/>
          <p:nvPr>
            <p:ph idx="8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8" name="Google Shape;308;p42"/>
          <p:cNvSpPr txBox="1"/>
          <p:nvPr>
            <p:ph idx="9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 with footer">
  <p:cSld name="CUSTOM_1_1_1_1_1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3"/>
          <p:cNvSpPr/>
          <p:nvPr>
            <p:ph idx="2" type="pic"/>
          </p:nvPr>
        </p:nvSpPr>
        <p:spPr>
          <a:xfrm>
            <a:off x="228600" y="164350"/>
            <a:ext cx="86844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4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" name="Google Shape;312;p43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13" name="Google Shape;313;p4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1_1_1_1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4"/>
          <p:cNvSpPr/>
          <p:nvPr>
            <p:ph idx="2" type="pic"/>
          </p:nvPr>
        </p:nvSpPr>
        <p:spPr>
          <a:xfrm>
            <a:off x="228600" y="164350"/>
            <a:ext cx="86844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7" name="Google Shape;317;p4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1_1_1_1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20" name="Google Shape;320;p4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45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45"/>
          <p:cNvSpPr/>
          <p:nvPr>
            <p:ph idx="2" type="pic"/>
          </p:nvPr>
        </p:nvSpPr>
        <p:spPr>
          <a:xfrm>
            <a:off x="228600" y="2598025"/>
            <a:ext cx="20244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45"/>
          <p:cNvSpPr/>
          <p:nvPr>
            <p:ph idx="3" type="pic"/>
          </p:nvPr>
        </p:nvSpPr>
        <p:spPr>
          <a:xfrm>
            <a:off x="3864875" y="2598025"/>
            <a:ext cx="35619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5"/>
          <p:cNvSpPr/>
          <p:nvPr>
            <p:ph idx="4" type="pic"/>
          </p:nvPr>
        </p:nvSpPr>
        <p:spPr>
          <a:xfrm>
            <a:off x="7547700" y="2598025"/>
            <a:ext cx="13677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5"/>
          <p:cNvSpPr/>
          <p:nvPr>
            <p:ph idx="5" type="pic"/>
          </p:nvPr>
        </p:nvSpPr>
        <p:spPr>
          <a:xfrm>
            <a:off x="2375088" y="2598025"/>
            <a:ext cx="13677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45"/>
          <p:cNvSpPr/>
          <p:nvPr>
            <p:ph idx="6" type="pic"/>
          </p:nvPr>
        </p:nvSpPr>
        <p:spPr>
          <a:xfrm>
            <a:off x="228600" y="1038850"/>
            <a:ext cx="10035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5"/>
          <p:cNvSpPr/>
          <p:nvPr>
            <p:ph idx="7" type="pic"/>
          </p:nvPr>
        </p:nvSpPr>
        <p:spPr>
          <a:xfrm>
            <a:off x="6745975" y="1038850"/>
            <a:ext cx="21696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5"/>
          <p:cNvSpPr/>
          <p:nvPr>
            <p:ph idx="8" type="pic"/>
          </p:nvPr>
        </p:nvSpPr>
        <p:spPr>
          <a:xfrm>
            <a:off x="1354150" y="1038850"/>
            <a:ext cx="15024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5"/>
          <p:cNvSpPr/>
          <p:nvPr>
            <p:ph idx="9" type="pic"/>
          </p:nvPr>
        </p:nvSpPr>
        <p:spPr>
          <a:xfrm>
            <a:off x="2981410" y="1038850"/>
            <a:ext cx="21963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5"/>
          <p:cNvSpPr/>
          <p:nvPr>
            <p:ph idx="13" type="pic"/>
          </p:nvPr>
        </p:nvSpPr>
        <p:spPr>
          <a:xfrm>
            <a:off x="5311004" y="1038850"/>
            <a:ext cx="1301700" cy="145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image">
  <p:cSld name="CUSTOM_2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46"/>
          <p:cNvSpPr/>
          <p:nvPr>
            <p:ph idx="2" type="pic"/>
          </p:nvPr>
        </p:nvSpPr>
        <p:spPr>
          <a:xfrm>
            <a:off x="2286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46"/>
          <p:cNvSpPr txBox="1"/>
          <p:nvPr>
            <p:ph type="title"/>
          </p:nvPr>
        </p:nvSpPr>
        <p:spPr>
          <a:xfrm>
            <a:off x="6095100" y="321875"/>
            <a:ext cx="2820300" cy="15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5" name="Google Shape;335;p46"/>
          <p:cNvSpPr txBox="1"/>
          <p:nvPr>
            <p:ph idx="1" type="subTitle"/>
          </p:nvPr>
        </p:nvSpPr>
        <p:spPr>
          <a:xfrm>
            <a:off x="6095100" y="1842575"/>
            <a:ext cx="2820300" cy="26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36" name="Google Shape;336;p46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37" name="Google Shape;337;p4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2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0" name="Google Shape;340;p4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47"/>
          <p:cNvSpPr txBox="1"/>
          <p:nvPr>
            <p:ph hasCustomPrompt="1" type="title"/>
          </p:nvPr>
        </p:nvSpPr>
        <p:spPr>
          <a:xfrm>
            <a:off x="225750" y="1212350"/>
            <a:ext cx="8606700" cy="43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9pPr>
          </a:lstStyle>
          <a:p>
            <a:r>
              <a:t>xx%</a:t>
            </a:r>
          </a:p>
        </p:txBody>
      </p:sp>
      <p:cxnSp>
        <p:nvCxnSpPr>
          <p:cNvPr id="342" name="Google Shape;342;p47"/>
          <p:cNvCxnSpPr/>
          <p:nvPr/>
        </p:nvCxnSpPr>
        <p:spPr>
          <a:xfrm flipH="1" rot="10800000">
            <a:off x="225750" y="12123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47"/>
          <p:cNvSpPr txBox="1"/>
          <p:nvPr>
            <p:ph idx="1" type="body"/>
          </p:nvPr>
        </p:nvSpPr>
        <p:spPr>
          <a:xfrm>
            <a:off x="228600" y="578150"/>
            <a:ext cx="8692500" cy="63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2_1_1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6" name="Google Shape;346;p4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48"/>
          <p:cNvSpPr txBox="1"/>
          <p:nvPr>
            <p:ph idx="1" type="body"/>
          </p:nvPr>
        </p:nvSpPr>
        <p:spPr>
          <a:xfrm>
            <a:off x="228600" y="3719575"/>
            <a:ext cx="3942600" cy="7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9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owun Batang"/>
              <a:buNone/>
              <a:defRPr sz="36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2947825"/>
            <a:ext cx="8520600" cy="16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46962"/>
          </p15:clr>
        </p15:guide>
        <p15:guide id="2" pos="5616">
          <p15:clr>
            <a:srgbClr val="E46962"/>
          </p15:clr>
        </p15:guide>
        <p15:guide id="3" orient="horz" pos="10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0"/>
          <p:cNvSpPr txBox="1"/>
          <p:nvPr>
            <p:ph type="title"/>
          </p:nvPr>
        </p:nvSpPr>
        <p:spPr>
          <a:xfrm>
            <a:off x="229450" y="164350"/>
            <a:ext cx="8686800" cy="3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Employee Exit Analysis Dashboard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latin typeface="Arial"/>
                <a:ea typeface="Arial"/>
                <a:cs typeface="Arial"/>
                <a:sym typeface="Arial"/>
              </a:rPr>
              <a:t>A data-driven approach to understanding employee attrition and improving retention strategies.</a:t>
            </a:r>
            <a:endParaRPr b="1" i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Prepared by: Swati Arya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Tool Used: PowerBI/Excel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1"/>
          <p:cNvSpPr txBox="1"/>
          <p:nvPr>
            <p:ph type="title"/>
          </p:nvPr>
        </p:nvSpPr>
        <p:spPr>
          <a:xfrm>
            <a:off x="243235" y="1645925"/>
            <a:ext cx="2829300" cy="163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Business Objective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51"/>
          <p:cNvSpPr txBox="1"/>
          <p:nvPr>
            <p:ph idx="1" type="subTitle"/>
          </p:nvPr>
        </p:nvSpPr>
        <p:spPr>
          <a:xfrm>
            <a:off x="3182100" y="1004700"/>
            <a:ext cx="57333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➢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To analyze employee attrition patterns and identify key factors influencing employee exits, workplace satisfaction, and retention opportunities.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➢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To provide actionable insights for improving employee satisfaction and reducing attrition.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2"/>
          <p:cNvSpPr txBox="1"/>
          <p:nvPr>
            <p:ph type="title"/>
          </p:nvPr>
        </p:nvSpPr>
        <p:spPr>
          <a:xfrm>
            <a:off x="338563" y="1883250"/>
            <a:ext cx="2851200" cy="13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52"/>
          <p:cNvSpPr txBox="1"/>
          <p:nvPr>
            <p:ph idx="1" type="subTitle"/>
          </p:nvPr>
        </p:nvSpPr>
        <p:spPr>
          <a:xfrm>
            <a:off x="3723425" y="1214325"/>
            <a:ext cx="5192100" cy="32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The Department of Education, Training, and Employment (DETE), Queensland Government, Australia, conducted an exit survey to analyze employee attrition and workplace satisfaction. Wants data-driven insights to improve employee retention and workplace satisfaction.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latin typeface="Arial"/>
                <a:ea typeface="Arial"/>
                <a:cs typeface="Arial"/>
                <a:sym typeface="Arial"/>
              </a:rPr>
              <a:t>Ke</a:t>
            </a:r>
            <a:r>
              <a:rPr b="1" lang="en" sz="1800" u="sng">
                <a:latin typeface="Arial"/>
                <a:ea typeface="Arial"/>
                <a:cs typeface="Arial"/>
                <a:sym typeface="Arial"/>
              </a:rPr>
              <a:t>y Focus Areas</a:t>
            </a:r>
            <a:endParaRPr b="1" sz="1800" u="sng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➔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Employee Turnover Analysis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➔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Workplace Satisfaction Analysis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➔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Demographic Insights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➔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Predictive Insights for Employee Retention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3"/>
          <p:cNvSpPr txBox="1"/>
          <p:nvPr>
            <p:ph type="title"/>
          </p:nvPr>
        </p:nvSpPr>
        <p:spPr>
          <a:xfrm>
            <a:off x="229450" y="164350"/>
            <a:ext cx="8686800" cy="42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Dataset Understanding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Summary of Dataset Analysis: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The dataset contains 822 records and 56 columns.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The columns include: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Personal &amp; Employment Information: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ID, Separation Type, Cease Date, Start Date, Position, Region, Employment Status.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Reasons for Leaving: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Career moves, dissatisfaction, work-life balance, workload, maternity, health issues, etc.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Workplace Experience Ratings: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Professional development, opportunities, staff morale, workplace issues, stress, support from peers and supervisors, etc.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Demographics: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Gender, Age, Aboriginal/Torres Strait/South Sea heritage, Disability, Non-English Speaking Background (NESB)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4"/>
          <p:cNvSpPr txBox="1"/>
          <p:nvPr>
            <p:ph type="title"/>
          </p:nvPr>
        </p:nvSpPr>
        <p:spPr>
          <a:xfrm>
            <a:off x="229450" y="164350"/>
            <a:ext cx="8686800" cy="42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Data Cleaning &amp;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Preprocessing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Handled missing values by standardizing entries such as "N/A", "n/a", “Not Stated” and nulls. 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Removed blank rows to maintain data quality. 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Converted data types appropriately (e.g., numeric, categorical fields). 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Transformed multiple columns (reasons &amp; satisfaction factors) into a structured format using unpivoting. 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Created new derived fields such as Tenure and Tenure Groups for better analysis.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Prepared a clean and analysis-ready dataset for visualization in Power BI.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5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Exploratory Data Analysis (EDA)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55"/>
          <p:cNvSpPr txBox="1"/>
          <p:nvPr>
            <p:ph idx="1" type="body"/>
          </p:nvPr>
        </p:nvSpPr>
        <p:spPr>
          <a:xfrm>
            <a:off x="229450" y="1294950"/>
            <a:ext cx="39177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Performed exploratory analysis using visualizations such as bar charts, treemaps, and comparative plots.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Identified major attrition drivers, with work-life balance and unclassified reasons contributing significantly.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Analyzed tenure-based patterns, revealing high exits in both early tenure (0–5 years) and long tenure (30+ years).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Explored demographic trends, with higher attrition observed in older age groups.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55"/>
          <p:cNvSpPr txBox="1"/>
          <p:nvPr>
            <p:ph idx="2" type="body"/>
          </p:nvPr>
        </p:nvSpPr>
        <p:spPr>
          <a:xfrm>
            <a:off x="4572850" y="1294950"/>
            <a:ext cx="40290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Gender analysis shows higher attrition among female employees (468) compared to male employees (198).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Assessed workplace satisfaction using average scores across multiple factors.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Summarized key metrics such as employee count and average satisfaction to understand overall patterns.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6"/>
          <p:cNvSpPr txBox="1"/>
          <p:nvPr>
            <p:ph type="title"/>
          </p:nvPr>
        </p:nvSpPr>
        <p:spPr>
          <a:xfrm>
            <a:off x="229450" y="178310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Arial"/>
                <a:ea typeface="Arial"/>
                <a:cs typeface="Arial"/>
                <a:sym typeface="Arial"/>
              </a:rPr>
              <a:t>Employee Turnover Analysis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56"/>
          <p:cNvSpPr txBox="1"/>
          <p:nvPr>
            <p:ph idx="1" type="body"/>
          </p:nvPr>
        </p:nvSpPr>
        <p:spPr>
          <a:xfrm>
            <a:off x="229450" y="1294950"/>
            <a:ext cx="5097300" cy="33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• Age retirement is the leading cause of employee exits. 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• Resignations (combined categories) also contribute significantly to attrition.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• Work-life balance is the top reported reason for leaving.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• A large number of responses fall under “None of the above,” indicating potential unrecorded factors.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★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This indicates that while natural attrition exists, controllable factors like work-life balance still play a critical role.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★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A significant proportion of responses fall under ‘None of the above’ and ‘Other’, indicating that existing survey categories may not fully capture all reasons for employee exits.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Google Shape;38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3800" y="947425"/>
            <a:ext cx="3362451" cy="178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5850" y="2796100"/>
            <a:ext cx="3362450" cy="174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Arial"/>
                <a:ea typeface="Arial"/>
                <a:cs typeface="Arial"/>
                <a:sym typeface="Arial"/>
              </a:rPr>
              <a:t>Workplace Satisfaction Analysis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57"/>
          <p:cNvSpPr txBox="1"/>
          <p:nvPr>
            <p:ph idx="1" type="body"/>
          </p:nvPr>
        </p:nvSpPr>
        <p:spPr>
          <a:xfrm>
            <a:off x="229450" y="1294950"/>
            <a:ext cx="5097300" cy="31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Overall satisfaction scores are moderate, ranging between 3.0 to 3.88. 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Wellness programs and staff morale show the lowest satisfaction levels.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 Wellness programs and staff morale show the lowest satisfaction levels.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Peer support and initiative are highly rated, reflecting strong team collaboration.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★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The variation in satisfaction across factors indicates that while team-level support is strong, organizational-level policies such as employee voice and well-being need improvement.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7346" y="1150325"/>
            <a:ext cx="3216449" cy="167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0019" y="2878025"/>
            <a:ext cx="3216450" cy="174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8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Arial"/>
                <a:ea typeface="Arial"/>
                <a:cs typeface="Arial"/>
                <a:sym typeface="Arial"/>
              </a:rPr>
              <a:t>Demographic Insights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58"/>
          <p:cNvSpPr txBox="1"/>
          <p:nvPr>
            <p:ph idx="1" type="body"/>
          </p:nvPr>
        </p:nvSpPr>
        <p:spPr>
          <a:xfrm>
            <a:off x="229450" y="1294950"/>
            <a:ext cx="5097300" cy="31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Higher attrition is observed among older age groups, particularly employees aged 56 and above.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Early tenure employees (0–5 years) show the highest exit rates.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A significant number of exits also occur among long-tenured employees (30+ years).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This indicates a mix of early attrition and retirement-driven exits.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★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This suggests that both early-stage retention and long-term workforce planning are important for the organization.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5" name="Google Shape;40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8250" y="1150325"/>
            <a:ext cx="2769500" cy="159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8250" y="2806200"/>
            <a:ext cx="2769500" cy="16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9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Arial"/>
                <a:ea typeface="Arial"/>
                <a:cs typeface="Arial"/>
                <a:sym typeface="Arial"/>
              </a:rPr>
              <a:t>Key Insights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59"/>
          <p:cNvSpPr txBox="1"/>
          <p:nvPr>
            <p:ph idx="1" type="body"/>
          </p:nvPr>
        </p:nvSpPr>
        <p:spPr>
          <a:xfrm>
            <a:off x="229450" y="1480050"/>
            <a:ext cx="8423700" cy="29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Work-life balance is the most significant reported reason for employee exits.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A large proportion of responses fall under “None of the above”, indicating possible gaps in survey coverage.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Attrition is driven by both early-tenure employees (0–5 years) and long-tenured employees (30+ years). 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Employee exits are higher among older age groups, suggesting retirement as a key factor.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Workplace dissatisfaction is moderate, with lower scores in wellness, morale, and employee voice.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0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Arial"/>
                <a:ea typeface="Arial"/>
                <a:cs typeface="Arial"/>
                <a:sym typeface="Arial"/>
              </a:rPr>
              <a:t>Recommendations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60"/>
          <p:cNvSpPr txBox="1"/>
          <p:nvPr>
            <p:ph idx="1" type="body"/>
          </p:nvPr>
        </p:nvSpPr>
        <p:spPr>
          <a:xfrm>
            <a:off x="229450" y="1480050"/>
            <a:ext cx="8181900" cy="30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Improve work-life balance by introducing flexible working hours and remote work options. 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Enhance employee feedback systems through regular surveys and open communication channels. 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Strengthen onboarding programs for early-tenure employees with mentorship and training support. 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Implement succession planning and knowledge transfer programs for retiring employees. 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Improve employee well-being by expanding wellness programs and stress management initiatives. 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Encourage employee voice by creating platforms for feedback and participation in decision-making.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1"/>
          <p:cNvSpPr txBox="1"/>
          <p:nvPr>
            <p:ph type="title"/>
          </p:nvPr>
        </p:nvSpPr>
        <p:spPr>
          <a:xfrm>
            <a:off x="228600" y="1902423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Thank You!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rtfolio">
  <a:themeElements>
    <a:clrScheme name="Simple Light">
      <a:dk1>
        <a:srgbClr val="133817"/>
      </a:dk1>
      <a:lt1>
        <a:srgbClr val="E9EBE8"/>
      </a:lt1>
      <a:dk2>
        <a:srgbClr val="C2C7C0"/>
      </a:dk2>
      <a:lt2>
        <a:srgbClr val="EE7630"/>
      </a:lt2>
      <a:accent1>
        <a:srgbClr val="000000"/>
      </a:accent1>
      <a:accent2>
        <a:srgbClr val="931F1D"/>
      </a:accent2>
      <a:accent3>
        <a:srgbClr val="4F7CAC"/>
      </a:accent3>
      <a:accent4>
        <a:srgbClr val="C287E8"/>
      </a:accent4>
      <a:accent5>
        <a:srgbClr val="563635"/>
      </a:accent5>
      <a:accent6>
        <a:srgbClr val="63A46C"/>
      </a:accent6>
      <a:hlink>
        <a:srgbClr val="B744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